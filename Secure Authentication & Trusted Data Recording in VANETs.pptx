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avif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06191E-4A32-4868-98B8-1C1662137029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6AFFE-C00B-400C-94E7-DEFBD6CFD9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249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76AFFE-C00B-400C-94E7-DEFBD6CFD95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726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B7DD-FF7C-432C-B328-678DB1115FF1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CC1CD-20D7-47B9-A08D-9DAC88A52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669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B7DD-FF7C-432C-B328-678DB1115FF1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CC1CD-20D7-47B9-A08D-9DAC88A52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443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B7DD-FF7C-432C-B328-678DB1115FF1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CC1CD-20D7-47B9-A08D-9DAC88A52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259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B7DD-FF7C-432C-B328-678DB1115FF1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CC1CD-20D7-47B9-A08D-9DAC88A52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04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B7DD-FF7C-432C-B328-678DB1115FF1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CC1CD-20D7-47B9-A08D-9DAC88A52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022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B7DD-FF7C-432C-B328-678DB1115FF1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CC1CD-20D7-47B9-A08D-9DAC88A52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4343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B7DD-FF7C-432C-B328-678DB1115FF1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CC1CD-20D7-47B9-A08D-9DAC88A52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921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B7DD-FF7C-432C-B328-678DB1115FF1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CC1CD-20D7-47B9-A08D-9DAC88A52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656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B7DD-FF7C-432C-B328-678DB1115FF1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CC1CD-20D7-47B9-A08D-9DAC88A52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2051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B7DD-FF7C-432C-B328-678DB1115FF1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CC1CD-20D7-47B9-A08D-9DAC88A52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6955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CB7DD-FF7C-432C-B328-678DB1115FF1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CC1CD-20D7-47B9-A08D-9DAC88A52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842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CB7DD-FF7C-432C-B328-678DB1115FF1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CC1CD-20D7-47B9-A08D-9DAC88A523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21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av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2879"/>
            <a:ext cx="9144000" cy="1589723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Secure Authentication &amp; Trusted Data Recording in VANETs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3896" y="5202238"/>
            <a:ext cx="9284208" cy="1107122"/>
          </a:xfrm>
        </p:spPr>
        <p:txBody>
          <a:bodyPr/>
          <a:lstStyle/>
          <a:p>
            <a:r>
              <a:rPr lang="en-US" i="1" dirty="0" smtClean="0">
                <a:solidFill>
                  <a:schemeClr val="bg1"/>
                </a:solidFill>
              </a:rPr>
              <a:t>Presented by: Mohamed </a:t>
            </a:r>
            <a:r>
              <a:rPr lang="en-US" i="1" dirty="0" err="1" smtClean="0">
                <a:solidFill>
                  <a:schemeClr val="bg1"/>
                </a:solidFill>
              </a:rPr>
              <a:t>Hesham</a:t>
            </a:r>
            <a:r>
              <a:rPr lang="en-US" i="1" dirty="0" smtClean="0">
                <a:solidFill>
                  <a:schemeClr val="bg1"/>
                </a:solidFill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</a:rPr>
              <a:t>Nour</a:t>
            </a:r>
            <a:r>
              <a:rPr lang="en-US" i="1" dirty="0" smtClean="0">
                <a:solidFill>
                  <a:schemeClr val="bg1"/>
                </a:solidFill>
              </a:rPr>
              <a:t> </a:t>
            </a:r>
            <a:r>
              <a:rPr lang="en-US" i="1" dirty="0" err="1" smtClean="0">
                <a:solidFill>
                  <a:schemeClr val="bg1"/>
                </a:solidFill>
              </a:rPr>
              <a:t>Mohamed,and</a:t>
            </a:r>
            <a:r>
              <a:rPr lang="en-US" i="1" dirty="0" smtClean="0">
                <a:solidFill>
                  <a:schemeClr val="bg1"/>
                </a:solidFill>
              </a:rPr>
              <a:t> Mohamed Tamer</a:t>
            </a:r>
            <a:endParaRPr lang="en-GB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706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Problem Statement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Challenges in Traditional VANETs:</a:t>
            </a:r>
          </a:p>
          <a:p>
            <a:r>
              <a:rPr lang="en-US" smtClean="0"/>
              <a:t>- Vulnerable to Sybil &amp; Impersonation Attacks.</a:t>
            </a:r>
          </a:p>
          <a:p>
            <a:r>
              <a:rPr lang="en-US" smtClean="0"/>
              <a:t>- Centralized Architecture = Single Point of Failure.</a:t>
            </a:r>
          </a:p>
          <a:p>
            <a:r>
              <a:rPr lang="en-US" smtClean="0"/>
              <a:t>- Data Tampering: Accident logs can be altered post-incident.</a:t>
            </a:r>
          </a:p>
          <a:p>
            <a:r>
              <a:rPr lang="en-US" smtClean="0"/>
              <a:t>- Lack of Non-Repudiation (Drivers denying actions).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361" y="4467185"/>
            <a:ext cx="1779727" cy="17797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912" y="4467185"/>
            <a:ext cx="1639825" cy="1639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577" y="4381460"/>
            <a:ext cx="2196846" cy="219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69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Proposed Solution: Blockchain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Why Ethereum Smart Contracts?</a:t>
            </a:r>
          </a:p>
          <a:p>
            <a:r>
              <a:rPr lang="en-GB" smtClean="0"/>
              <a:t>- Decentralization: Removes trusted third parties.</a:t>
            </a:r>
          </a:p>
          <a:p>
            <a:r>
              <a:rPr lang="en-GB" smtClean="0"/>
              <a:t>- Immutability: Impossible to alter accident history.</a:t>
            </a:r>
          </a:p>
          <a:p>
            <a:r>
              <a:rPr lang="en-GB" smtClean="0"/>
              <a:t>- Automation: Smart Contract enforces rules automatically.</a:t>
            </a:r>
          </a:p>
          <a:p>
            <a:r>
              <a:rPr lang="en-GB" smtClean="0"/>
              <a:t>- Security: Cryptographic signatures ensure data integrity.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642" y="4551489"/>
            <a:ext cx="1760411" cy="17604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449" y="4699143"/>
            <a:ext cx="1465102" cy="14651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6521" y="4551489"/>
            <a:ext cx="1773631" cy="177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11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Core Objectives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1. Secure Authentication:</a:t>
            </a:r>
          </a:p>
          <a:p>
            <a:r>
              <a:rPr lang="en-US" smtClean="0"/>
              <a:t>   - Prevent unauthorized nodes from joining the network.</a:t>
            </a:r>
          </a:p>
          <a:p>
            <a:r>
              <a:rPr lang="en-US" smtClean="0"/>
              <a:t>   - Use Role-Based Access Control (RBAC).</a:t>
            </a:r>
          </a:p>
          <a:p>
            <a:endParaRPr lang="en-US" smtClean="0"/>
          </a:p>
          <a:p>
            <a:r>
              <a:rPr lang="en-US" smtClean="0"/>
              <a:t>2. Trusted Data Recording:</a:t>
            </a:r>
          </a:p>
          <a:p>
            <a:r>
              <a:rPr lang="en-US" smtClean="0"/>
              <a:t>   - Create a tamper-proof log of traffic incidents.</a:t>
            </a:r>
          </a:p>
          <a:p>
            <a:r>
              <a:rPr lang="en-US" smtClean="0"/>
              <a:t>   - Store forensic evidence (hashes) on-chain.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70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System Model &amp; Entities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888480" cy="4447159"/>
          </a:xfrm>
        </p:spPr>
        <p:txBody>
          <a:bodyPr/>
          <a:lstStyle/>
          <a:p>
            <a:r>
              <a:rPr lang="en-GB" dirty="0" smtClean="0"/>
              <a:t>Key Participants:</a:t>
            </a:r>
          </a:p>
          <a:p>
            <a:r>
              <a:rPr lang="en-GB" dirty="0" smtClean="0"/>
              <a:t>- Traffic Authority (Admin): Deploys contract, registers vehicles.</a:t>
            </a:r>
          </a:p>
          <a:p>
            <a:r>
              <a:rPr lang="en-GB" dirty="0" smtClean="0"/>
              <a:t>- Vehicle Node (User): Authenticated driver reporting events.</a:t>
            </a:r>
          </a:p>
          <a:p>
            <a:r>
              <a:rPr lang="en-GB" dirty="0" smtClean="0"/>
              <a:t>- Smart Contract: The logic engine on </a:t>
            </a:r>
            <a:r>
              <a:rPr lang="en-GB" dirty="0" err="1" smtClean="0"/>
              <a:t>Ethereum</a:t>
            </a:r>
            <a:r>
              <a:rPr lang="en-GB" dirty="0" smtClean="0"/>
              <a:t> EVM.</a:t>
            </a:r>
          </a:p>
          <a:p>
            <a:endParaRPr lang="en-GB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680" y="1276691"/>
            <a:ext cx="4453128" cy="506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77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Threat Model &amp; Security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96840" cy="4473640"/>
          </a:xfrm>
        </p:spPr>
        <p:txBody>
          <a:bodyPr>
            <a:normAutofit/>
          </a:bodyPr>
          <a:lstStyle/>
          <a:p>
            <a:r>
              <a:rPr lang="en-US" dirty="0" smtClean="0"/>
              <a:t>Mitigated Attacks:</a:t>
            </a:r>
          </a:p>
          <a:p>
            <a:r>
              <a:rPr lang="en-US" dirty="0" smtClean="0"/>
              <a:t>1. Impersonation: Blocked by '</a:t>
            </a:r>
            <a:r>
              <a:rPr lang="en-US" dirty="0" err="1" smtClean="0"/>
              <a:t>onlyRegistered</a:t>
            </a:r>
            <a:r>
              <a:rPr lang="en-US" dirty="0" smtClean="0"/>
              <a:t>' modifier.</a:t>
            </a:r>
            <a:endParaRPr lang="ar-EG" dirty="0" smtClean="0"/>
          </a:p>
          <a:p>
            <a:endParaRPr lang="en-US" dirty="0" smtClean="0"/>
          </a:p>
          <a:p>
            <a:r>
              <a:rPr lang="en-US" dirty="0" smtClean="0"/>
              <a:t>2. Data Tampering: Blocked by </a:t>
            </a:r>
            <a:r>
              <a:rPr lang="en-US" dirty="0" err="1" smtClean="0"/>
              <a:t>Blockchain</a:t>
            </a:r>
            <a:r>
              <a:rPr lang="en-US" dirty="0" smtClean="0"/>
              <a:t> Immutability.</a:t>
            </a:r>
            <a:endParaRPr lang="ar-EG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3. Replay Attacks: Blocked by </a:t>
            </a:r>
            <a:r>
              <a:rPr lang="en-US" dirty="0" err="1" smtClean="0"/>
              <a:t>Ethereum</a:t>
            </a:r>
            <a:r>
              <a:rPr lang="en-US" dirty="0" smtClean="0"/>
              <a:t> Nonce mechanism.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824" y="1344451"/>
            <a:ext cx="6102096" cy="543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42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Implementation Tools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772144" cy="2600071"/>
          </a:xfrm>
        </p:spPr>
        <p:txBody>
          <a:bodyPr/>
          <a:lstStyle/>
          <a:p>
            <a:r>
              <a:rPr lang="en-GB" dirty="0" smtClean="0"/>
              <a:t>Development Environment:</a:t>
            </a:r>
          </a:p>
          <a:p>
            <a:r>
              <a:rPr lang="en-GB" dirty="0" smtClean="0"/>
              <a:t>- Solidity (v0.8.0): Smart Contract Logic.</a:t>
            </a:r>
          </a:p>
          <a:p>
            <a:r>
              <a:rPr lang="en-GB" dirty="0" smtClean="0"/>
              <a:t>- Remix IDE: Compilation and Deployment.</a:t>
            </a:r>
          </a:p>
          <a:p>
            <a:r>
              <a:rPr lang="en-GB" dirty="0" smtClean="0"/>
              <a:t>- Ganache: Local </a:t>
            </a:r>
            <a:r>
              <a:rPr lang="en-GB" dirty="0" err="1" smtClean="0"/>
              <a:t>Blockchain</a:t>
            </a:r>
            <a:r>
              <a:rPr lang="en-GB" dirty="0" smtClean="0"/>
              <a:t> Simulation (10 Accounts).</a:t>
            </a:r>
          </a:p>
          <a:p>
            <a:r>
              <a:rPr lang="en-GB" dirty="0" smtClean="0"/>
              <a:t>- </a:t>
            </a:r>
            <a:r>
              <a:rPr lang="en-GB" dirty="0" err="1" smtClean="0"/>
              <a:t>MetaMask</a:t>
            </a:r>
            <a:r>
              <a:rPr lang="en-GB" dirty="0" smtClean="0"/>
              <a:t>: Wallet for signing transactions.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400423"/>
            <a:ext cx="1844247" cy="24575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706" y="4560633"/>
            <a:ext cx="2039236" cy="2039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017" y="4544217"/>
            <a:ext cx="1344244" cy="20720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33" b="31042"/>
          <a:stretch/>
        </p:blipFill>
        <p:spPr>
          <a:xfrm>
            <a:off x="8155178" y="4999606"/>
            <a:ext cx="3954526" cy="116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85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Result 1: Secure Authentication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57655"/>
          </a:xfrm>
        </p:spPr>
        <p:txBody>
          <a:bodyPr/>
          <a:lstStyle/>
          <a:p>
            <a:r>
              <a:rPr lang="en-GB" dirty="0" smtClean="0"/>
              <a:t>Scenario: Authority registers a new vehicle.</a:t>
            </a:r>
          </a:p>
          <a:p>
            <a:r>
              <a:rPr lang="en-GB" dirty="0" smtClean="0"/>
              <a:t>- Function: </a:t>
            </a:r>
            <a:r>
              <a:rPr lang="en-GB" dirty="0" err="1" smtClean="0"/>
              <a:t>registerVehicle</a:t>
            </a:r>
            <a:r>
              <a:rPr lang="en-GB" dirty="0" smtClean="0"/>
              <a:t>()</a:t>
            </a:r>
          </a:p>
          <a:p>
            <a:r>
              <a:rPr lang="en-GB" dirty="0" smtClean="0"/>
              <a:t>- Outcome: Vehicle added to whitelist. Event emitted.</a:t>
            </a:r>
          </a:p>
          <a:p>
            <a:endParaRPr lang="en-GB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713" y="3383280"/>
            <a:ext cx="3934887" cy="31813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1" t="50432" r="411"/>
          <a:stretch/>
        </p:blipFill>
        <p:spPr>
          <a:xfrm>
            <a:off x="128016" y="3721608"/>
            <a:ext cx="7589594" cy="249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9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Result 2: Trusted Data Recording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171176" cy="1548511"/>
          </a:xfrm>
        </p:spPr>
        <p:txBody>
          <a:bodyPr/>
          <a:lstStyle/>
          <a:p>
            <a:r>
              <a:rPr lang="en-US" dirty="0" smtClean="0"/>
              <a:t>Scenario: Driver reports a 'Severe Accident'.</a:t>
            </a:r>
          </a:p>
          <a:p>
            <a:r>
              <a:rPr lang="en-US" dirty="0" smtClean="0"/>
              <a:t>- Function: </a:t>
            </a:r>
            <a:r>
              <a:rPr lang="en-US" dirty="0" err="1" smtClean="0"/>
              <a:t>reportEvent</a:t>
            </a:r>
            <a:r>
              <a:rPr lang="en-US" dirty="0" smtClean="0"/>
              <a:t>()</a:t>
            </a:r>
          </a:p>
          <a:p>
            <a:r>
              <a:rPr lang="en-US" dirty="0" smtClean="0"/>
              <a:t>- Data Stored: Location, Timestamp, Forensic Hash.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864" y="3658874"/>
            <a:ext cx="5138928" cy="26136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3744036"/>
            <a:ext cx="6382512" cy="244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768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Performance: Gas Consumption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Cost Analysis (in Gas Units):</a:t>
            </a:r>
          </a:p>
          <a:p>
            <a:r>
              <a:rPr lang="en-US" dirty="0" smtClean="0"/>
              <a:t>- Deployment: ~1,120,866 (One-time setup).</a:t>
            </a:r>
          </a:p>
          <a:p>
            <a:r>
              <a:rPr lang="en-US" dirty="0" smtClean="0"/>
              <a:t>- Authentication: ~119,190 (Efficient O(1) complexity).</a:t>
            </a:r>
          </a:p>
          <a:p>
            <a:r>
              <a:rPr lang="en-US" dirty="0" smtClean="0"/>
              <a:t>- Event Reporting: ~167,969 (Justified by security).</a:t>
            </a:r>
          </a:p>
          <a:p>
            <a:endParaRPr lang="en-US" dirty="0" smtClean="0"/>
          </a:p>
          <a:p>
            <a:r>
              <a:rPr lang="en-US" dirty="0" smtClean="0"/>
              <a:t>Conclusion: The system is economically viable for critical safety applications.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1800" y="365125"/>
            <a:ext cx="2282000" cy="228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99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Future Work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1. Scalability: Migrate to Layer-2 (Polygon/Arbitrum).</a:t>
            </a:r>
          </a:p>
          <a:p>
            <a:r>
              <a:rPr lang="en-GB" smtClean="0"/>
              <a:t>2. Privacy: Implement ZK-SNARKs for anonymous authentication.</a:t>
            </a:r>
          </a:p>
          <a:p>
            <a:r>
              <a:rPr lang="en-GB" smtClean="0"/>
              <a:t>3. Consensus: Move to Proof-of-Authority (PoA) for faster blocks.</a:t>
            </a:r>
          </a:p>
          <a:p>
            <a:r>
              <a:rPr lang="en-GB" smtClean="0"/>
              <a:t>4. Hardware: Test with physical Raspberry Pi OBUs.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328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Conclusion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- We successfully developed a decentralized VANET framework.</a:t>
            </a:r>
          </a:p>
          <a:p>
            <a:r>
              <a:rPr lang="en-US" smtClean="0"/>
              <a:t>- 'VanetSystem' contract ensures Authentication &amp; Integrity.</a:t>
            </a:r>
          </a:p>
          <a:p>
            <a:r>
              <a:rPr lang="en-US" smtClean="0"/>
              <a:t>- Vulnerabilities (Spoofing, Tampering) are effectively mitigated.</a:t>
            </a:r>
          </a:p>
          <a:p>
            <a:r>
              <a:rPr lang="en-US" smtClean="0"/>
              <a:t>- The system shifts trust from Central Authorities to Code.</a:t>
            </a:r>
          </a:p>
          <a:p>
            <a:endParaRPr lang="en-US" smtClean="0"/>
          </a:p>
          <a:p>
            <a:r>
              <a:rPr lang="en-US" smtClean="0"/>
              <a:t>Thank You. Questions?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056" y="3922776"/>
            <a:ext cx="2935224" cy="29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631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484</Words>
  <Application>Microsoft Office PowerPoint</Application>
  <PresentationFormat>Widescreen</PresentationFormat>
  <Paragraphs>68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Secure Authentication &amp; Trusted Data Recording in VANETs</vt:lpstr>
      <vt:lpstr>Problem Statement</vt:lpstr>
      <vt:lpstr>Proposed Solution: Blockchain</vt:lpstr>
      <vt:lpstr>Core Objectives</vt:lpstr>
      <vt:lpstr>System Model &amp; Entities</vt:lpstr>
      <vt:lpstr>Threat Model &amp; Security</vt:lpstr>
      <vt:lpstr>Implementation Tools</vt:lpstr>
      <vt:lpstr>Result 1: Secure Authentication</vt:lpstr>
      <vt:lpstr>Result 2: Trusted Data Recording</vt:lpstr>
      <vt:lpstr>Performance: Gas Consumption</vt:lpstr>
      <vt:lpstr>Future Work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Authentication &amp; Trusted Data Recording in VANETs</dc:title>
  <dc:creator>hp</dc:creator>
  <cp:lastModifiedBy>hp</cp:lastModifiedBy>
  <cp:revision>11</cp:revision>
  <dcterms:created xsi:type="dcterms:W3CDTF">2025-12-08T20:51:32Z</dcterms:created>
  <dcterms:modified xsi:type="dcterms:W3CDTF">2025-12-08T22:37:25Z</dcterms:modified>
</cp:coreProperties>
</file>